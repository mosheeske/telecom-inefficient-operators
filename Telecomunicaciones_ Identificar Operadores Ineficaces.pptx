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65a76c48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65a76c48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65a76c48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65a76c48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65a76c486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65a76c48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65a76c486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65a76c48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65a76c486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65a76c48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65a76c48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65a76c48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65a76c48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65a76c48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725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Proyecto Final: Telecomunicaciones: Identificar Operadores Ineficaces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Triple Ten, Data Analyst, Cohort 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Moises Eskenasy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Contexto del negocio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CallMeMaybe gestiona grandes volúmenes de llamadas entrantes y salientes.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desempeño de los operadores impacta directamente la experiencia del cliente.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Identificar patrones de bajo desempeño permite apoyar la supervisión operativa.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Objetivos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Analizar métricas clave de desempeño por operador.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Identificar operadores con patrones de bajo desempeño.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Validar estadísticamente diferencias entre grupos.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Formular recomendaciones basadas en datos.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Datos y preparación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Registros de llamadas con información por operador y fecha.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Eliminación de registros sin identificador de operador.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Eliminación de duplicados completos.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Cálculo de métricas ponderadas por volumen de llamadas para evitar sesgos.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Métricas de desempeño</a:t>
            </a:r>
            <a:endParaRPr/>
          </a:p>
        </p:txBody>
      </p:sp>
      <p:pic>
        <p:nvPicPr>
          <p:cNvPr id="302" name="Google Shape;302;p17"/>
          <p:cNvPicPr preferRelativeResize="0"/>
          <p:nvPr/>
        </p:nvPicPr>
        <p:blipFill rotWithShape="1">
          <a:blip r:embed="rId3">
            <a:alphaModFix/>
          </a:blip>
          <a:srcRect b="25713" l="8875" r="49375" t="29064"/>
          <a:stretch/>
        </p:blipFill>
        <p:spPr>
          <a:xfrm>
            <a:off x="4151925" y="1246006"/>
            <a:ext cx="4992074" cy="304024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692100" y="1896300"/>
            <a:ext cx="3879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Tasa de llamadas entrantes perdidas.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Tiempo de espera promedio.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Volumen de llamadas salientes (cuando aplica).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 estadística</a:t>
            </a:r>
            <a:endParaRPr/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 utilizada: Mann–Whitney 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Comparación entre operadores con distinto desempeño.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Nivel de significancia: α = 0.05.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Resultado: diferencias estadísticamente significativas en el tiempo de espera.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Ranking preliminar de operadores</a:t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660850" y="1748950"/>
            <a:ext cx="34380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-419" sz="1012"/>
              <a:t>Ranking basado en:</a:t>
            </a:r>
            <a:endParaRPr sz="10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012"/>
              <a:t>-</a:t>
            </a:r>
            <a:r>
              <a:rPr lang="es-419" sz="1012"/>
              <a:t>mayor tasa de llamadas perdidas</a:t>
            </a:r>
            <a:endParaRPr sz="10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012"/>
              <a:t>-</a:t>
            </a:r>
            <a:r>
              <a:rPr lang="es-419" sz="1012"/>
              <a:t>mayor tiempo de espera promedio</a:t>
            </a:r>
            <a:endParaRPr sz="10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012"/>
              <a:t>Permite identificar desempeño relativo desfavorable.</a:t>
            </a:r>
            <a:endParaRPr sz="10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s-419" sz="1012"/>
              <a:t>Herramienta de apoyo para la supervisión operativa.</a:t>
            </a:r>
            <a:endParaRPr sz="1012"/>
          </a:p>
        </p:txBody>
      </p:sp>
      <p:pic>
        <p:nvPicPr>
          <p:cNvPr id="316" name="Google Shape;316;p19"/>
          <p:cNvPicPr preferRelativeResize="0"/>
          <p:nvPr/>
        </p:nvPicPr>
        <p:blipFill rotWithShape="1">
          <a:blip r:embed="rId3">
            <a:alphaModFix/>
          </a:blip>
          <a:srcRect b="22434" l="8088" r="65633" t="40068"/>
          <a:stretch/>
        </p:blipFill>
        <p:spPr>
          <a:xfrm>
            <a:off x="4460375" y="1402275"/>
            <a:ext cx="4012560" cy="321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 y recomendaciones</a:t>
            </a:r>
            <a:endParaRPr/>
          </a:p>
        </p:txBody>
      </p:sp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500125" y="1762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025"/>
              <a:t>Existen diferencias claras en el desempeño entre operadores.</a:t>
            </a:r>
            <a:endParaRPr sz="10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025"/>
              <a:t>Los resultados fueron validados estadísticamente.</a:t>
            </a:r>
            <a:endParaRPr sz="10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025"/>
              <a:t>Se recomienda:</a:t>
            </a:r>
            <a:endParaRPr sz="1025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025"/>
              <a:t>-monitoreo continuo de métricas clave</a:t>
            </a:r>
            <a:endParaRPr sz="1025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025"/>
              <a:t>-capacitación focalizada</a:t>
            </a:r>
            <a:endParaRPr sz="1025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-419" sz="1025"/>
              <a:t>-redistribución de carga de llamadas</a:t>
            </a:r>
            <a:endParaRPr sz="10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s-419" sz="1025"/>
              <a:t>El análisis respalda la toma de decisiones basada en datos.</a:t>
            </a:r>
            <a:endParaRPr sz="19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